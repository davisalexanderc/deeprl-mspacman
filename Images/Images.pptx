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90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B03AE-2026-C140-2BC7-6E3054859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8BCCE-7DE8-F319-9C0C-5B8DA99B2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A7A9A-1B5B-9D19-9914-F7EDB164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4CF7B-D60C-5BDE-3F0A-0552B9D2B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AF46D-5CDC-B63B-E36B-2A9F645ED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18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C8E7-BABC-A9B6-67A1-D0E10FA9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F6129-FCBF-2712-1C68-7C60CD6FB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4EF45-3349-8990-0BA3-26942726A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A6221-CFB3-7C95-67B7-E6354D31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DDA83-71CA-2341-841B-616ECA69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9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2EC8-00C9-7288-E322-DB5219A0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14C7B-72E8-8D48-24E6-10E1046BB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DB920-BD41-474D-C92E-0B5E36763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C5B00-D5EF-A9AB-BEE3-FCB8FD81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8E133-16A5-4F6F-E80A-9FAAB5B0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9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F743-2DFA-ABD0-6E87-2BAA6949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6998-5654-B741-981B-B5303D6F1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D4A27-43BF-E864-FE4A-3C3DAB274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950EA-2AD8-6468-4C86-B9BC4B9E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0B2AD-1EBB-3B56-A1ED-CB94A39C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AB8-9031-A56C-A12A-64AE0C80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6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867E-6076-1580-274C-339B2329E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A8E9B-91F9-EEDA-E793-D70DDB437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4D88A-C946-2009-8F2E-D8F17E42D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F36D6-B71C-7A6D-C4BB-CFF0E440D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E07D6-7540-85EA-6656-9547AB992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0A619-6A2F-EA4D-FC1F-694BBC93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D2A5C-C09E-0925-407B-4929DBAE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27FAC0-1B7C-37B3-CDD1-049EB318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0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4737-32E2-7692-2DA8-E3A797CB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FA368-890B-1E4D-0FE1-EBDFED4E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1F821-ADB3-80F6-B32F-F3DBD4FF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7E303-A8BB-223E-75BA-48A29F20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1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BE0DB-AD4C-CF88-0B50-49CFB156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039A7-5704-6E73-8B6C-21A2B938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F6670-A51F-1267-FDFF-EC0FD720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8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D544-8C95-2DE4-EC98-A93A730C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611EC-B2BF-25A5-D832-3CE61FE4F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EF6DF-7B88-9B01-D116-BA123E16F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B161C-74BC-FC7A-B42E-9C6D111A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A7BB1-079E-B0E4-0268-78B82BC6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147F9-9207-5021-582A-7D6FEC4A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B1D3-2722-E58D-FB6F-64860231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4E8C2-A6B6-75D6-F12F-88C983760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AD0C9-D5C7-FAE5-5EE2-F60607248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39545-DFF4-9D36-A5BE-41EB40AB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88C39-40E3-D4F2-9BD9-0970320A0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BC668-DF21-D4A6-4E9F-E5899654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00125-0416-F4DA-EF76-22D19F3D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48CF9-255A-A730-803F-293960EA0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61B85-DCB9-7372-EAFD-A9564F71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E362F-5853-ED4A-8A21-D51B47E4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4E780-352B-901C-9EC2-77805739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47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6E00EE-FA51-3EC1-DCA9-630B6F8C3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44257-454C-8FCA-52A9-A63EBD634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88601-7DF9-0757-90C9-9958A2C4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70E0A-E1A0-418C-8BAE-1D01CDF0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C7353-9047-D374-24C5-69E338B94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5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99A7A-6232-524B-CF3A-13B77C5C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A9866-C749-B9ED-F5E7-75000AE63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A0A98-D030-2F1E-C2B8-2637F2CD0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90ED9-910C-46F6-A1A7-3CE623124B5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E010C-6737-B8A6-1146-12A03F919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5029F-4DF6-D618-E65B-01385F592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75DCC-E6AB-4C1D-B55E-8B569C740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5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tmp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F8F363-AFA6-7260-5E0E-861DF48C7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14" y="0"/>
            <a:ext cx="1187617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B9441E-8388-E3E1-AFFC-7134F07EF48C}"/>
              </a:ext>
            </a:extLst>
          </p:cNvPr>
          <p:cNvSpPr/>
          <p:nvPr/>
        </p:nvSpPr>
        <p:spPr>
          <a:xfrm>
            <a:off x="3966660" y="350636"/>
            <a:ext cx="949843" cy="5299064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9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DFD7D-67DD-7C94-6898-B2CF8078B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1" y="0"/>
            <a:ext cx="1187115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BBA200-6DA5-87D9-E78D-FDD180BC3EE6}"/>
              </a:ext>
            </a:extLst>
          </p:cNvPr>
          <p:cNvSpPr/>
          <p:nvPr/>
        </p:nvSpPr>
        <p:spPr>
          <a:xfrm>
            <a:off x="2941674" y="342900"/>
            <a:ext cx="1015964" cy="5300663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0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34BDB40-EF9E-E59B-8CBB-E4F427D23C14}"/>
              </a:ext>
            </a:extLst>
          </p:cNvPr>
          <p:cNvGrpSpPr/>
          <p:nvPr/>
        </p:nvGrpSpPr>
        <p:grpSpPr>
          <a:xfrm>
            <a:off x="0" y="0"/>
            <a:ext cx="7133590" cy="6858000"/>
            <a:chOff x="0" y="0"/>
            <a:chExt cx="7133590" cy="6858000"/>
          </a:xfrm>
        </p:grpSpPr>
        <p:pic>
          <p:nvPicPr>
            <p:cNvPr id="5" name="Picture 4" descr="A yellow and blue logo&#10;&#10;AI-generated content may be incorrect.">
              <a:extLst>
                <a:ext uri="{FF2B5EF4-FFF2-40B4-BE49-F238E27FC236}">
                  <a16:creationId xmlns:a16="http://schemas.microsoft.com/office/drawing/2014/main" id="{C34E59C4-2733-FE00-D038-5F012749E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858000" cy="6858000"/>
            </a:xfrm>
            <a:prstGeom prst="rect">
              <a:avLst/>
            </a:prstGeom>
          </p:spPr>
        </p:pic>
        <p:pic>
          <p:nvPicPr>
            <p:cNvPr id="8" name="Picture 7" descr="A yellow and blue logo&#10;&#10;AI-generated content may be incorrect.">
              <a:extLst>
                <a:ext uri="{FF2B5EF4-FFF2-40B4-BE49-F238E27FC236}">
                  <a16:creationId xmlns:a16="http://schemas.microsoft.com/office/drawing/2014/main" id="{30A61CB4-E7C1-F145-446E-680FECB0B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691" t="53122" r="1531" b="42443"/>
            <a:stretch>
              <a:fillRect/>
            </a:stretch>
          </p:blipFill>
          <p:spPr>
            <a:xfrm>
              <a:off x="4587240" y="3650706"/>
              <a:ext cx="1668780" cy="304074"/>
            </a:xfrm>
            <a:prstGeom prst="rect">
              <a:avLst/>
            </a:prstGeom>
          </p:spPr>
        </p:pic>
        <p:pic>
          <p:nvPicPr>
            <p:cNvPr id="7" name="Picture 6" descr="A yellow and blue logo&#10;&#10;AI-generated content may be incorrect.">
              <a:extLst>
                <a:ext uri="{FF2B5EF4-FFF2-40B4-BE49-F238E27FC236}">
                  <a16:creationId xmlns:a16="http://schemas.microsoft.com/office/drawing/2014/main" id="{B8B38F03-A044-349C-87A8-BE10C27D4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026" t="53122" r="13641" b="42443"/>
            <a:stretch>
              <a:fillRect/>
            </a:stretch>
          </p:blipFill>
          <p:spPr>
            <a:xfrm>
              <a:off x="4592002" y="3643086"/>
              <a:ext cx="160020" cy="304074"/>
            </a:xfrm>
            <a:prstGeom prst="rect">
              <a:avLst/>
            </a:prstGeom>
          </p:spPr>
        </p:pic>
        <p:pic>
          <p:nvPicPr>
            <p:cNvPr id="6" name="Picture 5" descr="A yellow and blue logo&#10;&#10;AI-generated content may be incorrect.">
              <a:extLst>
                <a:ext uri="{FF2B5EF4-FFF2-40B4-BE49-F238E27FC236}">
                  <a16:creationId xmlns:a16="http://schemas.microsoft.com/office/drawing/2014/main" id="{65D922B9-8ED8-E25D-8606-84D0F3013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93" t="53122" b="42443"/>
            <a:stretch>
              <a:fillRect/>
            </a:stretch>
          </p:blipFill>
          <p:spPr>
            <a:xfrm>
              <a:off x="4849404" y="3643086"/>
              <a:ext cx="2284186" cy="3040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4129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81A448-F4C3-F87B-0D0B-5B9E72178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40" y="0"/>
            <a:ext cx="713232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2F3DC3-63D2-45CA-4EDA-5660F959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52" t="52690" b="42047"/>
          <a:stretch>
            <a:fillRect/>
          </a:stretch>
        </p:blipFill>
        <p:spPr>
          <a:xfrm>
            <a:off x="5743074" y="3640557"/>
            <a:ext cx="3539039" cy="325946"/>
          </a:xfrm>
          <a:prstGeom prst="rect">
            <a:avLst/>
          </a:prstGeom>
        </p:spPr>
      </p:pic>
      <p:pic>
        <p:nvPicPr>
          <p:cNvPr id="7" name="Picture 6" descr="A yellow and blue logo&#10;&#10;AI-generated content may be incorrect.">
            <a:extLst>
              <a:ext uri="{FF2B5EF4-FFF2-40B4-BE49-F238E27FC236}">
                <a16:creationId xmlns:a16="http://schemas.microsoft.com/office/drawing/2014/main" id="{F5024337-06F1-5A3B-0C77-CC00B489B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93" b="27654"/>
          <a:stretch>
            <a:fillRect/>
          </a:stretch>
        </p:blipFill>
        <p:spPr>
          <a:xfrm>
            <a:off x="2667000" y="4635500"/>
            <a:ext cx="6858000" cy="32594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D35E724-AD44-E7E9-2C14-324300128E2D}"/>
              </a:ext>
            </a:extLst>
          </p:cNvPr>
          <p:cNvSpPr/>
          <p:nvPr/>
        </p:nvSpPr>
        <p:spPr>
          <a:xfrm>
            <a:off x="2854074" y="2298700"/>
            <a:ext cx="2508953" cy="18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D89D99-4F88-F119-5F07-BE6895DBF426}"/>
              </a:ext>
            </a:extLst>
          </p:cNvPr>
          <p:cNvGrpSpPr/>
          <p:nvPr/>
        </p:nvGrpSpPr>
        <p:grpSpPr>
          <a:xfrm>
            <a:off x="2928243" y="2738946"/>
            <a:ext cx="2360613" cy="1338707"/>
            <a:chOff x="687387" y="714422"/>
            <a:chExt cx="2360613" cy="1338707"/>
          </a:xfrm>
        </p:grpSpPr>
        <p:pic>
          <p:nvPicPr>
            <p:cNvPr id="13" name="Picture 12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0B0D0597-7FB6-5C83-4AA4-FC22D89B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535"/>
            <a:stretch>
              <a:fillRect/>
            </a:stretch>
          </p:blipFill>
          <p:spPr>
            <a:xfrm>
              <a:off x="687387" y="714422"/>
              <a:ext cx="2360613" cy="1022257"/>
            </a:xfrm>
            <a:prstGeom prst="rect">
              <a:avLst/>
            </a:prstGeom>
          </p:spPr>
        </p:pic>
        <p:pic>
          <p:nvPicPr>
            <p:cNvPr id="15" name="Picture 14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47D8A175-924B-720A-54DD-F566E0B14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762"/>
            <a:stretch>
              <a:fillRect/>
            </a:stretch>
          </p:blipFill>
          <p:spPr>
            <a:xfrm>
              <a:off x="1872456" y="1030872"/>
              <a:ext cx="843095" cy="1022257"/>
            </a:xfrm>
            <a:prstGeom prst="rect">
              <a:avLst/>
            </a:prstGeom>
          </p:spPr>
        </p:pic>
      </p:grp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FFA9A8-5CF0-0813-53A3-85CE9808E6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9" t="53850" r="19424" b="34460"/>
          <a:stretch>
            <a:fillRect/>
          </a:stretch>
        </p:blipFill>
        <p:spPr>
          <a:xfrm>
            <a:off x="2746633" y="794392"/>
            <a:ext cx="6535480" cy="80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9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Davis</dc:creator>
  <cp:lastModifiedBy>Alex Davis</cp:lastModifiedBy>
  <cp:revision>3</cp:revision>
  <dcterms:created xsi:type="dcterms:W3CDTF">2025-08-12T16:07:29Z</dcterms:created>
  <dcterms:modified xsi:type="dcterms:W3CDTF">2025-08-13T19:33:39Z</dcterms:modified>
</cp:coreProperties>
</file>